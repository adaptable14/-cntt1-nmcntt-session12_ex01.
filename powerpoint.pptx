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vi-VN"/>
              <a:t>Bấm để chỉnh sửa kiểu tiêu đề phụ của Bản cái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10590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22076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54297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16858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239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59743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6107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6312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vi-V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28990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34324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84460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82953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796538B-E708-36C6-BBD4-F7D55EE643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56444" cy="3255264"/>
          </a:xfrm>
        </p:spPr>
        <p:txBody>
          <a:bodyPr>
            <a:normAutofit/>
          </a:bodyPr>
          <a:lstStyle/>
          <a:p>
            <a:pPr algn="r"/>
            <a:endParaRPr lang="vi-VN" dirty="0">
              <a:solidFill>
                <a:schemeClr val="accent1"/>
              </a:solidFill>
            </a:endParaRP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73EB783C-FA55-5058-F75A-06BAB30AA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98240" y="1203742"/>
            <a:ext cx="4065708" cy="4677591"/>
          </a:xfrm>
        </p:spPr>
        <p:txBody>
          <a:bodyPr>
            <a:normAutofit/>
          </a:bodyPr>
          <a:lstStyle/>
          <a:p>
            <a:r>
              <a:rPr lang="vi-VN" sz="1800" b="1" dirty="0">
                <a:solidFill>
                  <a:schemeClr val="tx1"/>
                </a:solidFill>
              </a:rPr>
              <a:t>DOANH THU PAYKX THÁNG 5/2024</a:t>
            </a:r>
          </a:p>
          <a:p>
            <a:r>
              <a:rPr lang="vi-VN" sz="1800" b="1" dirty="0">
                <a:solidFill>
                  <a:schemeClr val="tx1"/>
                </a:solidFill>
              </a:rPr>
              <a:t>Doanh thu </a:t>
            </a:r>
            <a:r>
              <a:rPr lang="vi-VN" sz="1800" b="1" dirty="0" err="1">
                <a:solidFill>
                  <a:schemeClr val="tx1"/>
                </a:solidFill>
              </a:rPr>
              <a:t>PayKX</a:t>
            </a:r>
            <a:r>
              <a:rPr lang="vi-VN" sz="1800" b="1" dirty="0">
                <a:solidFill>
                  <a:schemeClr val="tx1"/>
                </a:solidFill>
              </a:rPr>
              <a:t> đến từ các giao dịch thanh toán và dịch vụ ví điện tử</a:t>
            </a:r>
            <a:endParaRPr lang="vi-VN" sz="1800" dirty="0">
              <a:solidFill>
                <a:schemeClr val="tx1"/>
              </a:solidFill>
            </a:endParaRP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Dự án: Ví điện tử </a:t>
            </a:r>
            <a:r>
              <a:rPr lang="vi-VN" sz="1800" dirty="0" err="1">
                <a:solidFill>
                  <a:schemeClr val="tx1"/>
                </a:solidFill>
              </a:rPr>
              <a:t>PayKX</a:t>
            </a:r>
            <a:r>
              <a:rPr lang="vi-VN" sz="1800" dirty="0">
                <a:solidFill>
                  <a:schemeClr val="tx1"/>
                </a:solidFill>
              </a:rPr>
              <a:t> dành cho sinh viên.</a:t>
            </a: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Thời gian báo cáo: Tháng 5/2024.</a:t>
            </a: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Mục tiêu: Theo dõi doanh thu và đánh giá hiệu quả hoạt động.</a:t>
            </a: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Nội dung: Doanh thu, chi phí, lợi nhuận và đề xuất cải thiện.</a:t>
            </a:r>
          </a:p>
          <a:p>
            <a:pPr algn="r"/>
            <a:endParaRPr lang="vi-VN" sz="1800" dirty="0">
              <a:solidFill>
                <a:schemeClr val="tx1"/>
              </a:solidFill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05E407EB-56FC-D11F-A268-DCECFCB62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629" y="1211580"/>
            <a:ext cx="7233663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686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D751800-20B7-CA21-4A1E-C2A7A7CE2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96" y="921147"/>
            <a:ext cx="3099881" cy="5015706"/>
          </a:xfrm>
        </p:spPr>
        <p:txBody>
          <a:bodyPr>
            <a:normAutofit/>
          </a:bodyPr>
          <a:lstStyle/>
          <a:p>
            <a:r>
              <a:rPr lang="vi-VN" sz="1600" b="1" dirty="0"/>
              <a:t>Doanh thu tập trung chủ yếu vào các giao dịch thanh toán</a:t>
            </a:r>
            <a:br>
              <a:rPr lang="vi-VN" sz="1600" b="1" dirty="0"/>
            </a:br>
            <a:r>
              <a:rPr lang="vi-VN" sz="1600" dirty="0"/>
              <a:t>Doanh thu thuần : 12.45 tỉ VND </a:t>
            </a:r>
            <a:br>
              <a:rPr lang="vi-VN" sz="1600" dirty="0"/>
            </a:br>
            <a:r>
              <a:rPr lang="vi-VN" sz="1600" dirty="0"/>
              <a:t>Tổng chi phí : 7.28 tỉ VND</a:t>
            </a:r>
            <a:br>
              <a:rPr lang="vi-VN" sz="1600" dirty="0"/>
            </a:br>
            <a:r>
              <a:rPr lang="vi-VN" sz="1600" dirty="0"/>
              <a:t>lợi nhuận gộp :5.17 tỉ VND</a:t>
            </a:r>
            <a:br>
              <a:rPr lang="vi-VN" sz="1600" dirty="0"/>
            </a:br>
            <a:r>
              <a:rPr lang="vi-VN" sz="1600" dirty="0"/>
              <a:t>Lợi nhuận sau thuế : 2.89 </a:t>
            </a:r>
            <a:r>
              <a:rPr lang="vi-VN" sz="1600" dirty="0" err="1"/>
              <a:t>tit</a:t>
            </a:r>
            <a:r>
              <a:rPr lang="vi-VN" sz="1600" dirty="0"/>
              <a:t> VND  </a:t>
            </a:r>
            <a:br>
              <a:rPr lang="vi-VN" sz="1600" dirty="0"/>
            </a:br>
            <a:endParaRPr lang="vi-VN" sz="1600" dirty="0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6FF770A4-F0CF-E4B4-F6D6-20861BF469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02231" y="2690710"/>
            <a:ext cx="2248214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43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23C2B-2054-4D8B-9E98-9190F8E05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797B5BC-9873-45F9-97D6-298FB5AF08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762000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sp>
        <p:nvSpPr>
          <p:cNvPr id="2" name="Tiêu đề 1">
            <a:extLst>
              <a:ext uri="{FF2B5EF4-FFF2-40B4-BE49-F238E27FC236}">
                <a16:creationId xmlns:a16="http://schemas.microsoft.com/office/drawing/2014/main" id="{C8BA9A3B-8F48-7C0A-8572-A38B6D30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60" y="1683144"/>
            <a:ext cx="2774922" cy="3491712"/>
          </a:xfrm>
        </p:spPr>
        <p:txBody>
          <a:bodyPr>
            <a:normAutofit/>
          </a:bodyPr>
          <a:lstStyle/>
          <a:p>
            <a:r>
              <a:rPr lang="vi-VN" dirty="0"/>
              <a:t> Cơ cấu chi phí , và cơ cấu  doanh thu  </a:t>
            </a:r>
            <a:r>
              <a:rPr lang="vi-VN" dirty="0" err="1"/>
              <a:t>dc</a:t>
            </a:r>
            <a:r>
              <a:rPr lang="vi-VN" dirty="0"/>
              <a:t> thể hiện ở 2 biểu đồ trên </a:t>
            </a:r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F6B371E4-2DA3-D934-7706-E6416D2411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11803" y="176953"/>
            <a:ext cx="7395682" cy="596259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5C2FCD-09A4-4B4B-AA73-F330DFE91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1190517" y="1056875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714210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Khung hình">
  <a:themeElements>
    <a:clrScheme name="Khung hình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Khung hình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Khung hình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10</TotalTime>
  <Words>138</Words>
  <Application>Microsoft Office PowerPoint</Application>
  <PresentationFormat>Màn hình rộng</PresentationFormat>
  <Paragraphs>8</Paragraphs>
  <Slides>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4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</vt:i4>
      </vt:variant>
    </vt:vector>
  </HeadingPairs>
  <TitlesOfParts>
    <vt:vector size="8" baseType="lpstr">
      <vt:lpstr>Corbel</vt:lpstr>
      <vt:lpstr>Tahoma</vt:lpstr>
      <vt:lpstr>Verdana</vt:lpstr>
      <vt:lpstr>Wingdings 2</vt:lpstr>
      <vt:lpstr>Khung hình</vt:lpstr>
      <vt:lpstr>Bản trình bày PowerPoint</vt:lpstr>
      <vt:lpstr>Doanh thu tập trung chủ yếu vào các giao dịch thanh toán Doanh thu thuần : 12.45 tỉ VND  Tổng chi phí : 7.28 tỉ VND lợi nhuận gộp :5.17 tỉ VND Lợi nhuận sau thuế : 2.89 tit VND   </vt:lpstr>
      <vt:lpstr> Cơ cấu chi phí , và cơ cấu  doanh thu  dc thể hiện ở 2 biểu đồ trên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adaptable14 ✅</dc:creator>
  <cp:lastModifiedBy>adaptable14 ✅</cp:lastModifiedBy>
  <cp:revision>1</cp:revision>
  <dcterms:created xsi:type="dcterms:W3CDTF">2026-10-26T02:18:27Z</dcterms:created>
  <dcterms:modified xsi:type="dcterms:W3CDTF">2026-10-26T02:28:58Z</dcterms:modified>
</cp:coreProperties>
</file>