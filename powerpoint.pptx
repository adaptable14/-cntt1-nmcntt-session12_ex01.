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ptable14 ✅" userId="853a8c03db110f83" providerId="LiveId" clId="{8AC973F2-F213-45F8-8212-B5674FB0A912}"/>
    <pc:docChg chg="modSld">
      <pc:chgData name="adaptable14 ✅" userId="853a8c03db110f83" providerId="LiveId" clId="{8AC973F2-F213-45F8-8212-B5674FB0A912}" dt="2026-10-26T02:30:21.816" v="20" actId="20577"/>
      <pc:docMkLst>
        <pc:docMk/>
      </pc:docMkLst>
      <pc:sldChg chg="modSp mod">
        <pc:chgData name="adaptable14 ✅" userId="853a8c03db110f83" providerId="LiveId" clId="{8AC973F2-F213-45F8-8212-B5674FB0A912}" dt="2026-10-26T02:30:21.816" v="20" actId="20577"/>
        <pc:sldMkLst>
          <pc:docMk/>
          <pc:sldMk cId="3579686584" sldId="256"/>
        </pc:sldMkLst>
        <pc:spChg chg="mod">
          <ac:chgData name="adaptable14 ✅" userId="853a8c03db110f83" providerId="LiveId" clId="{8AC973F2-F213-45F8-8212-B5674FB0A912}" dt="2026-10-26T02:30:21.816" v="20" actId="20577"/>
          <ac:spMkLst>
            <pc:docMk/>
            <pc:sldMk cId="3579686584" sldId="256"/>
            <ac:spMk id="3" creationId="{73EB783C-FA55-5058-F75A-06BAB30AAC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059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207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429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685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23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974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107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631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vi-V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899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432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844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DE5BC4-96C3-42E1-8934-068BB8149CA4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67831E1-F22C-41BC-A2DC-755D32B3F21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295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796538B-E708-36C6-BBD4-F7D55EE6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>
            <a:normAutofit/>
          </a:bodyPr>
          <a:lstStyle/>
          <a:p>
            <a:pPr algn="r"/>
            <a:endParaRPr lang="vi-VN" dirty="0">
              <a:solidFill>
                <a:schemeClr val="accent1"/>
              </a:solidFill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73EB783C-FA55-5058-F75A-06BAB30A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8240" y="1203742"/>
            <a:ext cx="4065708" cy="4677591"/>
          </a:xfrm>
        </p:spPr>
        <p:txBody>
          <a:bodyPr>
            <a:normAutofit/>
          </a:bodyPr>
          <a:lstStyle/>
          <a:p>
            <a:r>
              <a:rPr lang="vi-VN" sz="1800" b="1" dirty="0">
                <a:solidFill>
                  <a:schemeClr val="tx1"/>
                </a:solidFill>
              </a:rPr>
              <a:t>DOANH THU PAYKX THÁNG 5/2024</a:t>
            </a:r>
          </a:p>
          <a:p>
            <a:r>
              <a:rPr lang="vi-VN" sz="1800" b="1" dirty="0">
                <a:solidFill>
                  <a:schemeClr val="tx1"/>
                </a:solidFill>
              </a:rPr>
              <a:t>Doanh thu </a:t>
            </a:r>
            <a:r>
              <a:rPr lang="vi-VN" sz="1800" b="1" dirty="0" err="1">
                <a:solidFill>
                  <a:schemeClr val="tx1"/>
                </a:solidFill>
              </a:rPr>
              <a:t>PayKX</a:t>
            </a:r>
            <a:r>
              <a:rPr lang="vi-VN" sz="1800" b="1" dirty="0">
                <a:solidFill>
                  <a:schemeClr val="tx1"/>
                </a:solidFill>
              </a:rPr>
              <a:t> đến từ các giao dịch thanh toán và dịch vụ ví điện tử</a:t>
            </a:r>
            <a:endParaRPr lang="vi-VN" sz="1800" dirty="0">
              <a:solidFill>
                <a:schemeClr val="tx1"/>
              </a:solidFill>
            </a:endParaRPr>
          </a:p>
          <a:p>
            <a:pPr lvl="0"/>
            <a:r>
              <a:rPr lang="vi-VN" sz="1800" dirty="0">
                <a:solidFill>
                  <a:schemeClr val="tx1"/>
                </a:solidFill>
              </a:rPr>
              <a:t>Dự án: Ví điện tử </a:t>
            </a:r>
            <a:r>
              <a:rPr lang="vi-VN" sz="1800" dirty="0" err="1">
                <a:solidFill>
                  <a:schemeClr val="tx1"/>
                </a:solidFill>
              </a:rPr>
              <a:t>PayKX</a:t>
            </a:r>
            <a:r>
              <a:rPr lang="vi-VN" sz="1800" dirty="0">
                <a:solidFill>
                  <a:schemeClr val="tx1"/>
                </a:solidFill>
              </a:rPr>
              <a:t> dành cho sinh viên.</a:t>
            </a:r>
          </a:p>
          <a:p>
            <a:pPr lvl="0"/>
            <a:r>
              <a:rPr lang="vi-VN" sz="1800" dirty="0">
                <a:solidFill>
                  <a:schemeClr val="tx1"/>
                </a:solidFill>
              </a:rPr>
              <a:t>Thời gian báo cáo: Tháng 5/2024.</a:t>
            </a:r>
          </a:p>
          <a:p>
            <a:pPr lvl="0"/>
            <a:r>
              <a:rPr lang="vi-VN" sz="1800" dirty="0">
                <a:solidFill>
                  <a:schemeClr val="tx1"/>
                </a:solidFill>
              </a:rPr>
              <a:t>Mục tiêu: Theo dõi doanh thu và đánh giá hiệu quả hoạt động.</a:t>
            </a:r>
          </a:p>
          <a:p>
            <a:pPr lvl="0"/>
            <a:r>
              <a:rPr lang="vi-VN" sz="1800" dirty="0">
                <a:solidFill>
                  <a:schemeClr val="tx1"/>
                </a:solidFill>
              </a:rPr>
              <a:t>Nội dung: Doanh thu, chi phí, lợi nhuận </a:t>
            </a:r>
          </a:p>
          <a:p>
            <a:pPr algn="r"/>
            <a:endParaRPr lang="vi-VN" sz="1800" dirty="0">
              <a:solidFill>
                <a:schemeClr val="tx1"/>
              </a:solidFill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05E407EB-56FC-D11F-A268-DCECFCB6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9" y="1211580"/>
            <a:ext cx="723366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8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D751800-20B7-CA21-4A1E-C2A7A7CE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96" y="921147"/>
            <a:ext cx="3099881" cy="5015706"/>
          </a:xfrm>
        </p:spPr>
        <p:txBody>
          <a:bodyPr>
            <a:normAutofit/>
          </a:bodyPr>
          <a:lstStyle/>
          <a:p>
            <a:r>
              <a:rPr lang="vi-VN" sz="1600" b="1" dirty="0"/>
              <a:t>Doanh thu tập trung chủ yếu vào các giao dịch thanh toán</a:t>
            </a:r>
            <a:br>
              <a:rPr lang="vi-VN" sz="1600" b="1" dirty="0"/>
            </a:br>
            <a:r>
              <a:rPr lang="vi-VN" sz="1600" dirty="0"/>
              <a:t>Doanh thu thuần : 12.45 tỉ VND </a:t>
            </a:r>
            <a:br>
              <a:rPr lang="vi-VN" sz="1600" dirty="0"/>
            </a:br>
            <a:r>
              <a:rPr lang="vi-VN" sz="1600" dirty="0"/>
              <a:t>Tổng chi phí : 7.28 tỉ VND</a:t>
            </a:r>
            <a:br>
              <a:rPr lang="vi-VN" sz="1600" dirty="0"/>
            </a:br>
            <a:r>
              <a:rPr lang="vi-VN" sz="1600" dirty="0"/>
              <a:t>lợi nhuận gộp :5.17 tỉ VND</a:t>
            </a:r>
            <a:br>
              <a:rPr lang="vi-VN" sz="1600" dirty="0"/>
            </a:br>
            <a:r>
              <a:rPr lang="vi-VN" sz="1600" dirty="0"/>
              <a:t>Lợi nhuận sau thuế : 2.89 </a:t>
            </a:r>
            <a:r>
              <a:rPr lang="vi-VN" sz="1600" dirty="0" err="1"/>
              <a:t>tit</a:t>
            </a:r>
            <a:r>
              <a:rPr lang="vi-VN" sz="1600" dirty="0"/>
              <a:t> VND  </a:t>
            </a:r>
            <a:br>
              <a:rPr lang="vi-VN" sz="1600" dirty="0"/>
            </a:br>
            <a:endParaRPr lang="vi-VN" sz="1600" dirty="0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6FF770A4-F0CF-E4B4-F6D6-20861BF46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2231" y="2690710"/>
            <a:ext cx="224821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4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C8BA9A3B-8F48-7C0A-8572-A38B6D30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vi-VN" dirty="0"/>
              <a:t> Cơ cấu chi phí , và cơ cấu  doanh thu  </a:t>
            </a:r>
            <a:r>
              <a:rPr lang="vi-VN" dirty="0" err="1"/>
              <a:t>dc</a:t>
            </a:r>
            <a:r>
              <a:rPr lang="vi-VN" dirty="0"/>
              <a:t> thể hiện ở 2 biểu đồ trên </a:t>
            </a:r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F6B371E4-2DA3-D934-7706-E6416D241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803" y="176953"/>
            <a:ext cx="7395682" cy="596259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1421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hung hình">
  <a:themeElements>
    <a:clrScheme name="Khung hình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Khung hình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hung hình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10</TotalTime>
  <Words>132</Words>
  <Application>Microsoft Office PowerPoint</Application>
  <PresentationFormat>Màn hình rộng</PresentationFormat>
  <Paragraphs>8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8" baseType="lpstr">
      <vt:lpstr>Corbel</vt:lpstr>
      <vt:lpstr>Tahoma</vt:lpstr>
      <vt:lpstr>Verdana</vt:lpstr>
      <vt:lpstr>Wingdings 2</vt:lpstr>
      <vt:lpstr>Khung hình</vt:lpstr>
      <vt:lpstr>Bản trình bày PowerPoint</vt:lpstr>
      <vt:lpstr>Doanh thu tập trung chủ yếu vào các giao dịch thanh toán Doanh thu thuần : 12.45 tỉ VND  Tổng chi phí : 7.28 tỉ VND lợi nhuận gộp :5.17 tỉ VND Lợi nhuận sau thuế : 2.89 tit VND   </vt:lpstr>
      <vt:lpstr> Cơ cấu chi phí , và cơ cấu  doanh thu  dc thể hiện ở 2 biểu đồ trên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adaptable14 ✅</dc:creator>
  <cp:lastModifiedBy>adaptable14 ✅</cp:lastModifiedBy>
  <cp:revision>1</cp:revision>
  <dcterms:created xsi:type="dcterms:W3CDTF">2026-10-26T02:18:27Z</dcterms:created>
  <dcterms:modified xsi:type="dcterms:W3CDTF">2026-10-26T02:30:28Z</dcterms:modified>
</cp:coreProperties>
</file>