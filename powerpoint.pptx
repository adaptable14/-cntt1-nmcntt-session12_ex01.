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aptable14 ✅" userId="853a8c03db110f83" providerId="LiveId" clId="{8AC973F2-F213-45F8-8212-B5674FB0A912}"/>
    <pc:docChg chg="modSld">
      <pc:chgData name="adaptable14 ✅" userId="853a8c03db110f83" providerId="LiveId" clId="{8AC973F2-F213-45F8-8212-B5674FB0A912}" dt="2026-10-26T02:34:11.637" v="25" actId="14100"/>
      <pc:docMkLst>
        <pc:docMk/>
      </pc:docMkLst>
      <pc:sldChg chg="modSp mod">
        <pc:chgData name="adaptable14 ✅" userId="853a8c03db110f83" providerId="LiveId" clId="{8AC973F2-F213-45F8-8212-B5674FB0A912}" dt="2026-10-26T02:30:21.816" v="20" actId="20577"/>
        <pc:sldMkLst>
          <pc:docMk/>
          <pc:sldMk cId="3579686584" sldId="256"/>
        </pc:sldMkLst>
        <pc:spChg chg="mod">
          <ac:chgData name="adaptable14 ✅" userId="853a8c03db110f83" providerId="LiveId" clId="{8AC973F2-F213-45F8-8212-B5674FB0A912}" dt="2026-10-26T02:30:21.816" v="20" actId="20577"/>
          <ac:spMkLst>
            <pc:docMk/>
            <pc:sldMk cId="3579686584" sldId="256"/>
            <ac:spMk id="3" creationId="{73EB783C-FA55-5058-F75A-06BAB30AAC85}"/>
          </ac:spMkLst>
        </pc:spChg>
      </pc:sldChg>
      <pc:sldChg chg="modSp mod">
        <pc:chgData name="adaptable14 ✅" userId="853a8c03db110f83" providerId="LiveId" clId="{8AC973F2-F213-45F8-8212-B5674FB0A912}" dt="2026-10-26T02:34:11.637" v="25" actId="14100"/>
        <pc:sldMkLst>
          <pc:docMk/>
          <pc:sldMk cId="2169343021" sldId="257"/>
        </pc:sldMkLst>
        <pc:picChg chg="mod">
          <ac:chgData name="adaptable14 ✅" userId="853a8c03db110f83" providerId="LiveId" clId="{8AC973F2-F213-45F8-8212-B5674FB0A912}" dt="2026-10-26T02:34:11.637" v="25" actId="14100"/>
          <ac:picMkLst>
            <pc:docMk/>
            <pc:sldMk cId="2169343021" sldId="257"/>
            <ac:picMk id="5" creationId="{6FF770A4-F0CF-E4B4-F6D6-20861BF469E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êu đề Bản chiế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vi-VN"/>
          </a:p>
        </p:txBody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vi-VN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vi-VN"/>
              <a:t>Bấm để sửa kiểu tiêu đề Bản cái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vi-VN"/>
              <a:t>Bấm để chỉnh sửa kiểu tiêu đề phụ của Bản cái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E5BC4-96C3-42E1-8934-068BB8149CA4}" type="datetimeFigureOut">
              <a:rPr lang="vi-VN" smtClean="0"/>
              <a:t>26/10/2026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831E1-F22C-41BC-A2DC-755D32B3F2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10590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E5BC4-96C3-42E1-8934-068BB8149CA4}" type="datetimeFigureOut">
              <a:rPr lang="vi-VN" smtClean="0"/>
              <a:t>26/10/2026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831E1-F22C-41BC-A2DC-755D32B3F2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22076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Đầu trang của Phầ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vi-VN"/>
              <a:t>Bấm để sửa kiểu tiêu đề Bản cái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E5BC4-96C3-42E1-8934-068BB8149CA4}" type="datetimeFigureOut">
              <a:rPr lang="vi-VN" smtClean="0"/>
              <a:t>26/10/2026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831E1-F22C-41BC-A2DC-755D32B3F2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254297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Hai Nội d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E5BC4-96C3-42E1-8934-068BB8149CA4}" type="datetimeFigureOut">
              <a:rPr lang="vi-VN" smtClean="0"/>
              <a:t>26/10/2026</a:t>
            </a:fld>
            <a:endParaRPr lang="vi-V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831E1-F22C-41BC-A2DC-755D32B3F2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6168580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hép so sán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E5BC4-96C3-42E1-8934-068BB8149CA4}" type="datetimeFigureOut">
              <a:rPr lang="vi-VN" smtClean="0"/>
              <a:t>26/10/2026</a:t>
            </a:fld>
            <a:endParaRPr lang="vi-VN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831E1-F22C-41BC-A2DC-755D32B3F2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2239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hỉ Tiêu đê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E5BC4-96C3-42E1-8934-068BB8149CA4}" type="datetimeFigureOut">
              <a:rPr lang="vi-VN" smtClean="0"/>
              <a:t>26/10/2026</a:t>
            </a:fld>
            <a:endParaRPr lang="vi-VN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831E1-F22C-41BC-A2DC-755D32B3F2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59743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Trố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E5BC4-96C3-42E1-8934-068BB8149CA4}" type="datetimeFigureOut">
              <a:rPr lang="vi-VN" smtClean="0"/>
              <a:t>26/10/2026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831E1-F22C-41BC-A2DC-755D32B3F2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5610726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Nội dung với Chú thí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vi-VN"/>
              <a:t>Bấm để sửa kiểu tiêu đề Bản cái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E5BC4-96C3-42E1-8934-068BB8149CA4}" type="datetimeFigureOut">
              <a:rPr lang="vi-VN" smtClean="0"/>
              <a:t>26/10/2026</a:t>
            </a:fld>
            <a:endParaRPr lang="vi-V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831E1-F22C-41BC-A2DC-755D32B3F2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36312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̉nh với Chú thí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vi-VN"/>
              <a:t>Bấm để sửa kiểu tiêu đề Bản cái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E5BC4-96C3-42E1-8934-068BB8149CA4}" type="datetimeFigureOut">
              <a:rPr lang="vi-VN" smtClean="0"/>
              <a:t>26/10/2026</a:t>
            </a:fld>
            <a:endParaRPr lang="vi-V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vi-V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831E1-F22C-41BC-A2DC-755D32B3F2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9289900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êu đề và Văn bản Dọ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E5BC4-96C3-42E1-8934-068BB8149CA4}" type="datetimeFigureOut">
              <a:rPr lang="vi-VN" smtClean="0"/>
              <a:t>26/10/2026</a:t>
            </a:fld>
            <a:endParaRPr lang="vi-V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831E1-F22C-41BC-A2DC-755D32B3F2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343245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êu đề Dọc và Văn bả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vi-VN"/>
              <a:t>Bấm để sửa kiểu tiêu đề Bản cái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E5BC4-96C3-42E1-8934-068BB8149CA4}" type="datetimeFigureOut">
              <a:rPr lang="vi-VN" smtClean="0"/>
              <a:t>26/10/2026</a:t>
            </a:fld>
            <a:endParaRPr lang="vi-V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831E1-F22C-41BC-A2DC-755D32B3F2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84460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vi-VN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vi-VN"/>
              <a:t>Bấm để sửa kiểu tiêu đề Bản cái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vi-V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A8DE5BC4-96C3-42E1-8934-068BB8149CA4}" type="datetimeFigureOut">
              <a:rPr lang="vi-VN" smtClean="0"/>
              <a:t>26/10/2026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367831E1-F22C-41BC-A2DC-755D32B3F2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682953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E796538B-E708-36C6-BBD4-F7D55EE643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9849" y="1298448"/>
            <a:ext cx="7056444" cy="3255264"/>
          </a:xfrm>
        </p:spPr>
        <p:txBody>
          <a:bodyPr>
            <a:normAutofit/>
          </a:bodyPr>
          <a:lstStyle/>
          <a:p>
            <a:pPr algn="r"/>
            <a:endParaRPr lang="vi-VN" dirty="0">
              <a:solidFill>
                <a:schemeClr val="accent1"/>
              </a:solidFill>
            </a:endParaRPr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73EB783C-FA55-5058-F75A-06BAB30AAC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98240" y="1203742"/>
            <a:ext cx="4065708" cy="4677591"/>
          </a:xfrm>
        </p:spPr>
        <p:txBody>
          <a:bodyPr>
            <a:normAutofit/>
          </a:bodyPr>
          <a:lstStyle/>
          <a:p>
            <a:r>
              <a:rPr lang="vi-VN" sz="1800" b="1" dirty="0">
                <a:solidFill>
                  <a:schemeClr val="tx1"/>
                </a:solidFill>
              </a:rPr>
              <a:t>DOANH THU PAYKX THÁNG 5/2024</a:t>
            </a:r>
          </a:p>
          <a:p>
            <a:r>
              <a:rPr lang="vi-VN" sz="1800" b="1" dirty="0">
                <a:solidFill>
                  <a:schemeClr val="tx1"/>
                </a:solidFill>
              </a:rPr>
              <a:t>Doanh thu </a:t>
            </a:r>
            <a:r>
              <a:rPr lang="vi-VN" sz="1800" b="1" dirty="0" err="1">
                <a:solidFill>
                  <a:schemeClr val="tx1"/>
                </a:solidFill>
              </a:rPr>
              <a:t>PayKX</a:t>
            </a:r>
            <a:r>
              <a:rPr lang="vi-VN" sz="1800" b="1" dirty="0">
                <a:solidFill>
                  <a:schemeClr val="tx1"/>
                </a:solidFill>
              </a:rPr>
              <a:t> đến từ các giao dịch thanh toán và dịch vụ ví điện tử</a:t>
            </a:r>
            <a:endParaRPr lang="vi-VN" sz="1800" dirty="0">
              <a:solidFill>
                <a:schemeClr val="tx1"/>
              </a:solidFill>
            </a:endParaRPr>
          </a:p>
          <a:p>
            <a:pPr lvl="0"/>
            <a:r>
              <a:rPr lang="vi-VN" sz="1800" dirty="0">
                <a:solidFill>
                  <a:schemeClr val="tx1"/>
                </a:solidFill>
              </a:rPr>
              <a:t>Dự án: Ví điện tử </a:t>
            </a:r>
            <a:r>
              <a:rPr lang="vi-VN" sz="1800" dirty="0" err="1">
                <a:solidFill>
                  <a:schemeClr val="tx1"/>
                </a:solidFill>
              </a:rPr>
              <a:t>PayKX</a:t>
            </a:r>
            <a:r>
              <a:rPr lang="vi-VN" sz="1800" dirty="0">
                <a:solidFill>
                  <a:schemeClr val="tx1"/>
                </a:solidFill>
              </a:rPr>
              <a:t> dành cho sinh viên.</a:t>
            </a:r>
          </a:p>
          <a:p>
            <a:pPr lvl="0"/>
            <a:r>
              <a:rPr lang="vi-VN" sz="1800" dirty="0">
                <a:solidFill>
                  <a:schemeClr val="tx1"/>
                </a:solidFill>
              </a:rPr>
              <a:t>Thời gian báo cáo: Tháng 5/2024.</a:t>
            </a:r>
          </a:p>
          <a:p>
            <a:pPr lvl="0"/>
            <a:r>
              <a:rPr lang="vi-VN" sz="1800" dirty="0">
                <a:solidFill>
                  <a:schemeClr val="tx1"/>
                </a:solidFill>
              </a:rPr>
              <a:t>Mục tiêu: Theo dõi doanh thu và đánh giá hiệu quả hoạt động.</a:t>
            </a:r>
          </a:p>
          <a:p>
            <a:pPr lvl="0"/>
            <a:r>
              <a:rPr lang="vi-VN" sz="1800" dirty="0">
                <a:solidFill>
                  <a:schemeClr val="tx1"/>
                </a:solidFill>
              </a:rPr>
              <a:t>Nội dung: Doanh thu, chi phí, lợi nhuận </a:t>
            </a:r>
          </a:p>
          <a:p>
            <a:pPr algn="r"/>
            <a:endParaRPr lang="vi-VN" sz="1800" dirty="0">
              <a:solidFill>
                <a:schemeClr val="tx1"/>
              </a:solidFill>
            </a:endParaRPr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05E407EB-56FC-D11F-A268-DCECFCB620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629" y="1211580"/>
            <a:ext cx="7233663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686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8D751800-20B7-CA21-4A1E-C2A7A7CE2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96" y="921147"/>
            <a:ext cx="3099881" cy="5015706"/>
          </a:xfrm>
        </p:spPr>
        <p:txBody>
          <a:bodyPr>
            <a:normAutofit/>
          </a:bodyPr>
          <a:lstStyle/>
          <a:p>
            <a:r>
              <a:rPr lang="vi-VN" sz="1600" b="1" dirty="0"/>
              <a:t>Doanh thu tập trung chủ yếu vào các giao dịch thanh toán</a:t>
            </a:r>
            <a:br>
              <a:rPr lang="vi-VN" sz="1600" b="1" dirty="0"/>
            </a:br>
            <a:r>
              <a:rPr lang="vi-VN" sz="1600" dirty="0"/>
              <a:t>Doanh thu thuần : 12.45 tỉ VND </a:t>
            </a:r>
            <a:br>
              <a:rPr lang="vi-VN" sz="1600" dirty="0"/>
            </a:br>
            <a:r>
              <a:rPr lang="vi-VN" sz="1600" dirty="0"/>
              <a:t>Tổng chi phí : 7.28 tỉ VND</a:t>
            </a:r>
            <a:br>
              <a:rPr lang="vi-VN" sz="1600" dirty="0"/>
            </a:br>
            <a:r>
              <a:rPr lang="vi-VN" sz="1600" dirty="0"/>
              <a:t>lợi nhuận gộp :5.17 tỉ VND</a:t>
            </a:r>
            <a:br>
              <a:rPr lang="vi-VN" sz="1600" dirty="0"/>
            </a:br>
            <a:r>
              <a:rPr lang="vi-VN" sz="1600" dirty="0"/>
              <a:t>Lợi nhuận sau thuế : 2.89 </a:t>
            </a:r>
            <a:r>
              <a:rPr lang="vi-VN" sz="1600" dirty="0" err="1"/>
              <a:t>tit</a:t>
            </a:r>
            <a:r>
              <a:rPr lang="vi-VN" sz="1600" dirty="0"/>
              <a:t> VND  </a:t>
            </a:r>
            <a:br>
              <a:rPr lang="vi-VN" sz="1600" dirty="0"/>
            </a:br>
            <a:endParaRPr lang="vi-VN" sz="1600" dirty="0"/>
          </a:p>
        </p:txBody>
      </p:sp>
      <p:pic>
        <p:nvPicPr>
          <p:cNvPr id="5" name="Chỗ dành sẵn cho Nội dung 4">
            <a:extLst>
              <a:ext uri="{FF2B5EF4-FFF2-40B4-BE49-F238E27FC236}">
                <a16:creationId xmlns:a16="http://schemas.microsoft.com/office/drawing/2014/main" id="{6FF770A4-F0CF-E4B4-F6D6-20861BF469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96343" y="620486"/>
            <a:ext cx="8545285" cy="5856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3430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23C2B-2054-4D8B-9E98-9190F8E05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797B5BC-9873-45F9-97D6-298FB5AF08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0" y="762000"/>
            <a:ext cx="4208489" cy="5334001"/>
          </a:xfrm>
          <a:custGeom>
            <a:avLst/>
            <a:gdLst>
              <a:gd name="connsiteX0" fmla="*/ 1015642 w 4208489"/>
              <a:gd name="connsiteY0" fmla="*/ 0 h 5334001"/>
              <a:gd name="connsiteX1" fmla="*/ 4208489 w 4208489"/>
              <a:gd name="connsiteY1" fmla="*/ 0 h 5334001"/>
              <a:gd name="connsiteX2" fmla="*/ 4208489 w 4208489"/>
              <a:gd name="connsiteY2" fmla="*/ 5334001 h 5334001"/>
              <a:gd name="connsiteX3" fmla="*/ 0 w 4208489"/>
              <a:gd name="connsiteY3" fmla="*/ 5334001 h 533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08489" h="5334001">
                <a:moveTo>
                  <a:pt x="1015642" y="0"/>
                </a:moveTo>
                <a:lnTo>
                  <a:pt x="4208489" y="0"/>
                </a:lnTo>
                <a:lnTo>
                  <a:pt x="4208489" y="5334001"/>
                </a:lnTo>
                <a:lnTo>
                  <a:pt x="0" y="533400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vi-VN"/>
          </a:p>
        </p:txBody>
      </p:sp>
      <p:sp>
        <p:nvSpPr>
          <p:cNvPr id="2" name="Tiêu đề 1">
            <a:extLst>
              <a:ext uri="{FF2B5EF4-FFF2-40B4-BE49-F238E27FC236}">
                <a16:creationId xmlns:a16="http://schemas.microsoft.com/office/drawing/2014/main" id="{C8BA9A3B-8F48-7C0A-8572-A38B6D30C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260" y="1683144"/>
            <a:ext cx="2774922" cy="3491712"/>
          </a:xfrm>
        </p:spPr>
        <p:txBody>
          <a:bodyPr>
            <a:normAutofit/>
          </a:bodyPr>
          <a:lstStyle/>
          <a:p>
            <a:r>
              <a:rPr lang="vi-VN" dirty="0"/>
              <a:t> Cơ cấu chi phí , và cơ cấu  doanh thu  </a:t>
            </a:r>
            <a:r>
              <a:rPr lang="vi-VN" dirty="0" err="1"/>
              <a:t>dc</a:t>
            </a:r>
            <a:r>
              <a:rPr lang="vi-VN" dirty="0"/>
              <a:t> thể hiện ở 2 biểu đồ trên </a:t>
            </a:r>
          </a:p>
        </p:txBody>
      </p:sp>
      <p:pic>
        <p:nvPicPr>
          <p:cNvPr id="5" name="Chỗ dành sẵn cho Nội dung 4">
            <a:extLst>
              <a:ext uri="{FF2B5EF4-FFF2-40B4-BE49-F238E27FC236}">
                <a16:creationId xmlns:a16="http://schemas.microsoft.com/office/drawing/2014/main" id="{F6B371E4-2DA3-D934-7706-E6416D2411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11803" y="176953"/>
            <a:ext cx="7395682" cy="5962590"/>
          </a:xfrm>
          <a:prstGeom prst="rect">
            <a:avLst/>
          </a:prstGeom>
        </p:spPr>
      </p:pic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65C2FCD-09A4-4B4B-AA73-F330DFE91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11190517" y="1056875"/>
            <a:ext cx="1001483" cy="4744251"/>
          </a:xfrm>
          <a:custGeom>
            <a:avLst/>
            <a:gdLst>
              <a:gd name="connsiteX0" fmla="*/ 0 w 1001483"/>
              <a:gd name="connsiteY0" fmla="*/ 0 h 4744251"/>
              <a:gd name="connsiteX1" fmla="*/ 1001483 w 1001483"/>
              <a:gd name="connsiteY1" fmla="*/ 0 h 4744251"/>
              <a:gd name="connsiteX2" fmla="*/ 0 w 1001483"/>
              <a:gd name="connsiteY2" fmla="*/ 4744251 h 4744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01483" h="4744251">
                <a:moveTo>
                  <a:pt x="0" y="0"/>
                </a:moveTo>
                <a:lnTo>
                  <a:pt x="1001483" y="0"/>
                </a:lnTo>
                <a:lnTo>
                  <a:pt x="0" y="474425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714210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Khung hình">
  <a:themeElements>
    <a:clrScheme name="Khung hình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Khung hình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Khung hình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TM03457475[[fn=Frame]]</Template>
  <TotalTime>11</TotalTime>
  <Words>132</Words>
  <Application>Microsoft Office PowerPoint</Application>
  <PresentationFormat>Màn hình rộng</PresentationFormat>
  <Paragraphs>8</Paragraphs>
  <Slides>3</Slides>
  <Notes>0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4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3</vt:i4>
      </vt:variant>
    </vt:vector>
  </HeadingPairs>
  <TitlesOfParts>
    <vt:vector size="8" baseType="lpstr">
      <vt:lpstr>Corbel</vt:lpstr>
      <vt:lpstr>Tahoma</vt:lpstr>
      <vt:lpstr>Verdana</vt:lpstr>
      <vt:lpstr>Wingdings 2</vt:lpstr>
      <vt:lpstr>Khung hình</vt:lpstr>
      <vt:lpstr>Bản trình bày PowerPoint</vt:lpstr>
      <vt:lpstr>Doanh thu tập trung chủ yếu vào các giao dịch thanh toán Doanh thu thuần : 12.45 tỉ VND  Tổng chi phí : 7.28 tỉ VND lợi nhuận gộp :5.17 tỉ VND Lợi nhuận sau thuế : 2.89 tit VND   </vt:lpstr>
      <vt:lpstr> Cơ cấu chi phí , và cơ cấu  doanh thu  dc thể hiện ở 2 biểu đồ trên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adaptable14 ✅</dc:creator>
  <cp:lastModifiedBy>adaptable14 ✅</cp:lastModifiedBy>
  <cp:revision>1</cp:revision>
  <dcterms:created xsi:type="dcterms:W3CDTF">2026-10-26T02:18:27Z</dcterms:created>
  <dcterms:modified xsi:type="dcterms:W3CDTF">2026-10-26T02:34:14Z</dcterms:modified>
</cp:coreProperties>
</file>